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ARR closed Q3 at $2.6M.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ARR closed Q3 at $2.6M.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ARR closed Q3 at $2.6M.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ARR closed Q3 at $2.6M.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Acme AI - Q3 board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FICTIONAL company - test data</a:t>
            </a:r>
          </a:p>
          <a:p>
            <a: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Headcount: 22 full-time (Sep 30)</a:t>
            </a:r>
          </a:p>
          <a:p>
            <a:r>
              <a:t>Plus 6 contractors in Lisbon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Raised to date: $12M</a:t>
            </a:r>
          </a:p>
          <a:p>
            <a:r>
              <a:t>Series A target: $25M, opening November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Globex (2 warehouses), Hooli</a:t>
            </a:r>
          </a:p>
          <a:p>
            <a:r>
              <a:t>Initech: LOI signed, pilot Q1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